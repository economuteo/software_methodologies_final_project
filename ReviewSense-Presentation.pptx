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12801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ReviewSense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09600" y="2468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Product Review Analyzer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154680"/>
            <a:ext cx="5760720" cy="2743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 ·  Node.js  ·  React  ·  MongoDB  ·  OpenAI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5120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Economu Teo-Antonio  ·  Roman Bogdan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platform where users can submit product reviews and instantly receive AI-powered insights — sentiment, pros &amp; cons, summaries, and semantic search.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783080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sentiment at a glance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4864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23160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 pros and cons from free text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54864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063240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hundreds of reviews into a few sentences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4864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703320"/>
            <a:ext cx="1036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 reviews by meaning, not just keywords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shoppers, product managers, e-commerce platforms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Bootstrap 5 · Axios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100584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143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0332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JWT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40880" y="100584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143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4088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· Mongoose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1463040"/>
            <a:ext cx="228600" cy="457200"/>
          </a:xfrm>
          <a:prstGeom prst="rightArrow">
            <a:avLst/>
          </a:prstGeom>
          <a:solidFill>
            <a:srgbClr val="4F8E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1463040"/>
            <a:ext cx="228600" cy="457200"/>
          </a:xfrm>
          <a:prstGeom prst="rightArrow">
            <a:avLst/>
          </a:prstGeom>
          <a:solidFill>
            <a:srgbClr val="4F8EF7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283464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3291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text-embedding-3-small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83480" y="2395728"/>
            <a:ext cx="365760" cy="438912"/>
          </a:xfrm>
          <a:prstGeom prst="downArrow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·  /api/auth  ·  /api/products  ·  /api/reviews  ·  /api/search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 with JWT.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stored client-side.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00584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0" y="1444752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products.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 &amp; text search.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100584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Submission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1444752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+ free text.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analysis on submit.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Pros/Cons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273552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review tagged positive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/ neutral with bullet points.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283464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Summary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3273552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GPT summary 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for a product.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0" y="283464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3273552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reviews by meaning.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 score shown.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 1 — Review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review is submitted, GPT-4o-mini reads the full text and returns structured data: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"sentiment": "negative",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"Good initial comfort"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"Sole separated after 6 weeks",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"Cushioning flattened quickly"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310896" cy="310896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371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138988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review 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847088"/>
            <a:ext cx="310896" cy="310896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847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8653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sends text to GPT-4o-mini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322576"/>
            <a:ext cx="310896" cy="310896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3225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34086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parsed from JSON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2798064"/>
            <a:ext cx="310896" cy="310896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8163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MongoDB with the review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3273552"/>
            <a:ext cx="310896" cy="310896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3273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2918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instantly on the review card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 2 — Product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demand, GPT-4o-mini reads all reviews for a product and generates a balanced overview: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9418320" cy="137160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 feedback on the Sony WH-1000XM5 is mixed. While many praise the exceptional noise cancellation and sound quality, several users report durability issues and a buggy companion app. Overall sentiment leans positive but long-term reliability is a recurring concern."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097280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 for the product are fetched from MongoDB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with their rating and sentiment, then sent to GPT-4o-mini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a 2–3 sentence balanced summary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shown when the user clicks "Generate Summary" on the product page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Semantic Search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155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review submit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1155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converts the review text into a vector of 1536 numbers stored in MongoDB.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search query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011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converts the search query into a vector.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98064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077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9077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is computed between the query vector and every stored review vector.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94176"/>
            <a:ext cx="941832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0390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80390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with similarity &gt; 0.30 are returned, ranked by score.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finds reviews that mean the same thing even without matching words.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submission flow: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258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32588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3258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3258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32588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3258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132588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3258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30552" y="1664208"/>
            <a:ext cx="274320" cy="34747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7" name="Shape 15"/>
          <p:cNvSpPr/>
          <p:nvPr/>
        </p:nvSpPr>
        <p:spPr>
          <a:xfrm>
            <a:off x="4187952" y="1664208"/>
            <a:ext cx="274320" cy="34747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5352" y="1664208"/>
            <a:ext cx="274320" cy="34747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1664208"/>
            <a:ext cx="274320" cy="34747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flow: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175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3017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0175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017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0175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all reviews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30175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30175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96312" y="3364992"/>
            <a:ext cx="274320" cy="34747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0" name="Shape 28"/>
          <p:cNvSpPr/>
          <p:nvPr/>
        </p:nvSpPr>
        <p:spPr>
          <a:xfrm>
            <a:off x="4782312" y="3364992"/>
            <a:ext cx="274320" cy="34747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1" name="Shape 29"/>
          <p:cNvSpPr/>
          <p:nvPr/>
        </p:nvSpPr>
        <p:spPr>
          <a:xfrm>
            <a:off x="7068312" y="3364992"/>
            <a:ext cx="274320" cy="347472"/>
          </a:xfrm>
          <a:prstGeom prst="rightArrow">
            <a:avLst/>
          </a:prstGeom>
          <a:solidFill>
            <a:srgbClr val="6B728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E8F0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7899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14600" y="107899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(CRA), Bootstrap 5, Axios, React Router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E8F0FE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8483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208483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 JWT (jsonwebtoken), bcryptjs, express-validator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E8F0F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109728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9067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14600" y="309067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Atlas, Mongoose ODM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E8F0F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23360"/>
            <a:ext cx="10972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9651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14600" y="409651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(generation), text-embedding-3-small (vector search)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Improvements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75488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computed in-app — does not scale to very large datasets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pagination on product or review lists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edit a review after submission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 upload — only URL references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66360" y="914400"/>
            <a:ext cx="27432" cy="384048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03520" y="132588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Vector Search for scalable queries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helpfulness voting &amp; ranking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on registration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response by product owners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tag cloud visualization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2026-05-26T14:41:00Z</dcterms:created>
  <dcterms:modified xsi:type="dcterms:W3CDTF">2026-05-26T14:41:00Z</dcterms:modified>
</cp:coreProperties>
</file>